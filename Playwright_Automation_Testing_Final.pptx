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Playwright Automation Testing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89195"/>
            <a:ext cx="9144000" cy="18288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4886325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Enterprise QA Architecture | Rahul Gupta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Playwright Automation Testing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Modern E2E Web Automation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Rahul Gupta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Senior Software Engineer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Introduction to Playwright Framework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Why Choose Test Automation?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Market Comparison (Selenium vs. Cypress vs. Playwright)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Core Architecture &amp; Workflow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Environment Setup &amp; Framework Design (POM)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Business Execution Flows (Login &amp; Registration)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Reporting &amp; Trace Viewer Capabilities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CI/CD Integration &amp; Future Scope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Introduction to Playwright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Backed by Microsoft: Highly stable with monthly feature updates.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Open Source: Free to scale across enterprise organizations.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End-to-End Capabilities: Automates UI, APIs, and WebSockets.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Cross-Browser Engine Support: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Chromium (Chrome/Edge)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Firefox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WebKit (Safari)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Cross-Platform Execution: Runs seamlessly on Windows, Linux, &amp; macOS.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Why Automation Testing?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Speed &amp; Efficiency: Accelerates execution time by reducing manual processes.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Continuous Integration (CI/CD): Vital for modern Agile release cycles.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Regression Testing: Prevents new code from breaking existing stability.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Increased Reliability: Eliminates human fatigue and manual test errors.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High Return on Investment (ROI): Drastically lowers quality assurance costs.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Greater Coverage: Ability to run tests on multiple browsers concurrently.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Why Playwright? (Comparison)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Playwright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Selenium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Cypress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Execution Speed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Ultra Fast (WebSocket)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Moderate (HTTP Protocol)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Auto-Waiting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Native &amp; Flawless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Requires explicit code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Native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Contexts / Parallel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Supported Natively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Requires Selenium Grid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Paid Features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iFrames/Multiple Tabs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Full Support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Complex setup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Not Supported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API Interception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Built-in natively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Complex/External libs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Supported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Playwright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No HTTP Handshake Latency: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Connects to the browser once via a WebSocket connection.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Instructions are sent as bidirectional JSON payloads.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Out-of-Process Execution: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Test scripts run entirely separate from the browser environment.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Result: Zero memory leaks and immunity to page crashes.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Direct DevTools Protocol: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Controls the browser exactly like a native developer tool.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How Playwright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Step 1: Write Test Code (JavaScript / TypeScript / Python).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Step 2: Launch Browser Context (Isolates sessions without overhead).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Step 3: Navigate URL (Tracks actual network/DOM load state).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Step 4: Locate Elements (Uses resilient, user-first locators like 'ByRole').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Step 5: Auto-Wait (Checks if element is visible and stable before clicking).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Step 6: Execute Action (Fill form, Click button).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Step 7: Web-First Assertions (Auto-retrying assertions like 'toHaveText').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Framework Setup &amp; Installation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NPM Package Management: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'npm init playwright@latest' (Scaffolds the entire framework).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Installs necessary browser binaries completely automatically.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Execution Commands: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'npx playwright test' (Runs suite across all configured browsers).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'npx playwright test --workers=4' (Launches parallel workers).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Reporting: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'npx playwright show-report' (Serves local HTML UI).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Framework Architecture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Page Object Model (POM):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Design pattern abstracts elements (locators) from logic (tests).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Benefit: UI changes require updates in only one file.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Test Data Isolation: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Dynamic JSON files inject real-time variables to bypass validations.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Reusable Utilities: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Centralized functions for Authentication, Databases, &amp; Screenshots.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Global Configuration (playwright.config.ts):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Defines environments, Base URLs, retries, and artifacts.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Login &amp; Registration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2800"/>
              </a:lnSpc>
            </a:pPr>
            <a:r>
              <a:rPr lang="en-US" sz="1800" b="1" dirty="0">
                <a:solidFill>
                  <a:srgbClr val="005A9E"/>
                </a:solidFill>
              </a:rPr>
              <a:t>Standard Login Flow: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Navigate to Gateway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Enter valid Username &amp; Password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Submit Form &amp; Validate Dashboard transition</a:t>
            </a:r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005A9E"/>
                </a:solidFill>
              </a:rPr>
              <a:t>Enterprise Registration Flow: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Bypass Authentication UI via valid Session injection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Input Demographic Details (Handling complex DOM elements)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Payment Gateway Interception &amp; Submission Confirmation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Native Test Execution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Parallel Browser Contexts: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Multi-threading tests at the OS level instead of heavy UI instances.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Prevents cookie and cache leakage between test cases.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Headless vs. Headed Execution: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Headless: Background execution for CI/CD pipelines (saves memory).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Headed: UI renders on screen (perfect for local debugging).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Flakiness Immunity: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Native configuration flags auto-retry failing steps up to 3 times.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Native HTML Reporting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Built-in Enterprise Dashboard: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Generates standalone UI automatically after every run.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Categorizes executions by Browser Engine and Status.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Auto-Attached Artifacts: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Screen captures taken strictly on test failure step.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1080p Video recordings (webm footprint) embedded into report.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Explicit step-by-step logic tracing exposed in logs.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Debugging: The Trace Viewer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Time-Travel Debugging: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Visual timeline to scrub through test execution millisecond by millisecond.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DOM snapshots let you 'Inspect Element' retroactively on failures.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Network Traversal: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Examine precise REST API payloads sent/received during clicks.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Highlight console errors mapping directly to frontend bugs.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Eliminates the 'It works on my machine' paradox.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CI/CD Automation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Shift-Left Quality Testing: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Tests trigger automatically when a developer merges code.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GitHub Actions &amp; Jenkins Integration: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Playwright Docker image pulls down lightweight UI environment.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Parallel execution scales across cloud runners.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Feedback Mechanism: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Report artifacts published directly into pull-request comments.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    • Email notifications distributed upon pipeline regressions.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Core Advantages Summarized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333333"/>
                </a:solidFill>
              </a:rPr>
              <a:t>Zero setup for Browser Drivers (No more WebDriver mismatched versions).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Wait mechanisms are automatic and deeply tied to network idleness.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Supports Mocking APIs (Test frontend behavior even if backend is down).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Tests multiple tabs, iFrames, and domains seamlessly.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Native Mobile Viewport and Geolocation spoofing capabilities.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Future Roadmap &amp; Q&amp;A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ts val="3500"/>
              </a:lnSpc>
            </a:pPr>
            <a:r>
              <a:rPr lang="en-US" sz="2000" b="1" dirty="0">
                <a:solidFill>
                  <a:srgbClr val="005A9E"/>
                </a:solidFill>
              </a:rPr>
              <a:t>Roadmap Milestones: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Implementation of deep REST API assertion coverage.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Integration of Pixel-perfect Visual Regression automation.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Automated Accessibility Compliance (WCAG) checks.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Device cloud scaling via BrowserStack/LambdaTest.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A9E"/>
                </a:solidFill>
              </a:rPr>
              <a:t>Q&amp;A Session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2026-07-31T12:57:18Z</dcterms:created>
  <dcterms:modified xsi:type="dcterms:W3CDTF">2026-07-31T12:57:18Z</dcterms:modified>
</cp:coreProperties>
</file>